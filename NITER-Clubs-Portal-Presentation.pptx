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NITER Clubs</a:t>
            </a:r>
            <a:endParaRPr lang="en-US" sz="48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731520" y="3749040"/>
            <a:ext cx="731520" cy="3657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114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unified digital platform transforming how 11+ student clubs operate, communicate, and engage with 2,000+ students at the National Institute of Textile Engineering and Research.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566928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669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0" y="566928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5669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023360" y="566928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5669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0" y="566928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5669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0" y="566928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5669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 · v1.0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NITER's student clubs face critical operational challenges that reduce engagement and increase administrative burden.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004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286000"/>
            <a:ext cx="45720" cy="1920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 activities scattered across Facebook, WhatsApp, and word-of-mouth.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0" y="2286000"/>
            <a:ext cx="32004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2286000"/>
            <a:ext cx="45720" cy="1920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389120" y="28803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0" y="34747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forms, Google Forms, no approval workflow.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80960" y="2286000"/>
            <a:ext cx="32004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80960" y="2286000"/>
            <a:ext cx="45720" cy="1920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863840" y="28803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63840" y="34747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RSVP tracking, no capacity management.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480560"/>
            <a:ext cx="32004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480560"/>
            <a:ext cx="45720" cy="1920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14400" y="50749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Digital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56692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Clubs depend on Facebook pages.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06240" y="4480560"/>
            <a:ext cx="32004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06240" y="4480560"/>
            <a:ext cx="45720" cy="1920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⏰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389120" y="50749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Overhead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389120" y="56692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spent manually collecting forms.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80960" y="4480560"/>
            <a:ext cx="32004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680960" y="4480560"/>
            <a:ext cx="45720" cy="1920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863840" y="50749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863840" y="56692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easy way to learn about clubs.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8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8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" presetClass="entr" presetSubtype="2" fill="hold" grpId="0" nodeType="click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9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" presetClass="entr" presetSubtype="2" fill="hold" grpId="0" nodeType="click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1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2" presetClass="entr" presetSubtype="2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3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4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web platform that centralizes and automates all club operations.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3291840" cy="438912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Students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Discover &amp; search all 11+ clubs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3703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Apply via digital forms with tracking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Join clubs with real-time status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4709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RSVP to events &amp; earn certificates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5212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Personal dashboard with XP &amp; badges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2011680"/>
            <a:ext cx="3291840" cy="438912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Club Executives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Publish notices with reactions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3703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Build custom forms (visual builder)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Approve/reject with one click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4709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Manage events, RSVPs &amp; waitlists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5212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Publish ads for events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863840" y="2011680"/>
            <a:ext cx="3291840" cy="438912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👑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13816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Administrators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3816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Role management &amp; club assignments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38160" y="3703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One admin per club system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13816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Moderator approval workflow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138160" y="4709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Audit log for all actions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38160" y="5212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Site-wide settings control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31" presetClass="entr" presetSubtype="0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31" presetClass="entr" presetSubtype="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0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659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Clubs Supported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9659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2,000+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83280" y="2834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Students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82880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9659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035040" y="2834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Types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0" y="182880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0" y="19659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686800" y="2834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&amp; Access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206240"/>
          <a:ext cx="9144000" cy="22860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4114800"/>
              </a:tblGrid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Club Admin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Club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Global Admin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Account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Clubs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ntr" presetSubtype="16" fill="hold" grpId="0" nodeType="click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4846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05840" y="228600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 (App Router)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0" y="228600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114800" y="228600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5 (strict)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05840" y="292608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926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v4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560320" y="292608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2926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SDK v12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43600" y="1828800"/>
            <a:ext cx="4846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228600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Firestore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772400" y="228600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326880" y="228600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9326880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Storage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17920" y="292608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2926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 Rules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772400" y="292608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0" y="2926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Appwrite (Alt)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31520" y="4114800"/>
            <a:ext cx="10058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05840" y="4206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ROUTES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05840" y="457200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4572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/api/students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474720" y="457200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33" name="Text 31"/>
          <p:cNvSpPr/>
          <p:nvPr/>
        </p:nvSpPr>
        <p:spPr>
          <a:xfrm>
            <a:off x="3474720" y="4572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/api/submissions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943600" y="457200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0" y="4572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/api/users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412480" y="457200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37" name="Text 35"/>
          <p:cNvSpPr/>
          <p:nvPr/>
        </p:nvSpPr>
        <p:spPr>
          <a:xfrm>
            <a:off x="8412480" y="4572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/api/committee-notify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05840" y="521208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39" name="Text 37"/>
          <p:cNvSpPr/>
          <p:nvPr/>
        </p:nvSpPr>
        <p:spPr>
          <a:xfrm>
            <a:off x="1005840" y="5212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/api/moderator-notify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474720" y="521208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41" name="Text 39"/>
          <p:cNvSpPr/>
          <p:nvPr/>
        </p:nvSpPr>
        <p:spPr>
          <a:xfrm>
            <a:off x="3474720" y="5212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/api/membership-notify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943600" y="521208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0" y="5212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/api/membership-decision-notify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architecture — no application server to operate.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0" y="228600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2377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🌐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3291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0" y="2743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</a:rPr>
              <a:t>⟷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486400" y="228600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0" y="2377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🔥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BaaS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3291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Backend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0" y="2743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</a:rPr>
              <a:t>⟷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9144000" y="228600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0" y="2377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📦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914400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0" y="3291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 · Auth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· Rules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475488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892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Sync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53035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Edits appear instantly via Firestore onSnapshot subscriptions.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0" y="475488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4892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Rules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53035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read/write enforcement per collection.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46720" y="475488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4892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0" y="53035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 with dark/light themes.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058400" cy="45720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2286000"/>
                <a:gridCol w="2743200"/>
              </a:tblGrid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Collection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clubs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per club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Everyone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Admins / Executives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per notice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Everyone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Admins / Executives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per form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Everyone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Admins / Executives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submissions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per application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Club Staff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memberships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per request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 / Staff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Anyone / Staff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per event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Everyone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Admins / Executives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Profile + Role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 / Staff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 / Admins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moderatorRequests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per request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Club Admins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/ Admins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0292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Student Membership Flow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377440"/>
            <a:ext cx="320040" cy="32004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Clubs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2560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discovers clubs on the portal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97280" y="3017520"/>
            <a:ext cx="320040" cy="32004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54480" y="2971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Form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54480" y="3200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Fills membership form with required fields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97280" y="3657600"/>
            <a:ext cx="320040" cy="32004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5448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Auto-Create Request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54480" y="3840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creates membership request (pending)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97280" y="429768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297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54480" y="4251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Notification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54480" y="4480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 admin &amp; moderators notified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97280" y="493776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4937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55448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Decide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54480" y="5120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approves or rejects the request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97280" y="557784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1097280" y="5577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554480" y="5532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Notified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54480" y="5760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sent with decision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17920" y="1828800"/>
            <a:ext cx="50292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922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Moderator Approval Flow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583680" y="2377440"/>
            <a:ext cx="320040" cy="32004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40880" y="2331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Signs Up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40880" y="2560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Selects 'Club Moderator' + chooses club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583680" y="3017520"/>
            <a:ext cx="320040" cy="32004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040880" y="2971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Request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40880" y="3200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ModeratorRequest document created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583680" y="3657600"/>
            <a:ext cx="320040" cy="32004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41" name="Text 39"/>
          <p:cNvSpPr/>
          <p:nvPr/>
        </p:nvSpPr>
        <p:spPr>
          <a:xfrm>
            <a:off x="658368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04088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to Admin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040880" y="3840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notified via /api/moderator-notify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583680" y="429768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6583680" y="4297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040880" y="4251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Reviews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040880" y="4480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→ Settings → Moderator requests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583680" y="493776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6583680" y="4937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04088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Approve/Reject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040880" y="5120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 updated to 'executive'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583680" y="557784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6583680" y="5577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040880" y="5532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Access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040880" y="5760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Moderator can now manage the club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0" nodeType="click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53" presetClass="entr" presetSubtype="16" fill="hold" grpId="0" nodeType="click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53" presetClass="entr" presetSubtype="16" fill="hold" grpId="0" nodeType="click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53" presetClass="entr" presetSubtype="16" fill="hold" grpId="0" nodeType="click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9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1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53" presetClass="entr" presetSubtype="16" fill="hold" grpId="0" nodeType="click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3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53" presetClass="entr" presetSubtype="16" fill="hold" grpId="0" nodeType="click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5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6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5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53" presetClass="entr" presetSubtype="16" fill="hold" grpId="0" nodeType="click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7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8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7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53" presetClass="entr" presetSubtype="16" fill="hold" grpId="0" nodeType="click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9" dur="4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0" dur="4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9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9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53" presetClass="entr" presetSubtype="16" fill="hold" grpId="0" nodeType="click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1" dur="4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2" dur="4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3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1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1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1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Deep Dive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0292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5029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6304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Engine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field builder with 10 field types: Text, Email, Phone, Number, Date, Textarea, Select, Radio, Photo, Payment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828800"/>
            <a:ext cx="50292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35040" y="1828800"/>
            <a:ext cx="50292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76656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 for check-ins, RSVPs, certificates. Achievement badges. Club Passport stamps. Leaderboard rankings.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206240"/>
            <a:ext cx="50292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4206240"/>
            <a:ext cx="50292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463040" y="4389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System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9377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RSVP with capacity limits. Auto-waitlist when full. Door code verification. Participation certificates.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4206240"/>
            <a:ext cx="50292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4206240"/>
            <a:ext cx="50292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📣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766560" y="4389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 Ads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17920" y="49377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Moderator-published image/video ads in the homepage carousel. Scheduling, analytics, link targets.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1" presetClass="entr" presetSubtype="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31" presetClass="entr" presetSubtype="0" fill="hold" grpId="0" nodeType="click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Model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029200" cy="411480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 Rules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3774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Public collections readable by anyone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28803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Restricted collections scoped by club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33832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Users can only update their own name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38862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Admins can update roles and clubs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4389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First-admin bootstrap marker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48920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Role checks on every restricted read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029200" cy="411480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&amp; Privacy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75120" y="23774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Submission photos under user uid folder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28803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Guest submissions under guest/ folder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33832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Image type validation (client-side)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38862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File size limits (8 MB photos)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4389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Student data never exposed publicly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48920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Passwords handled by Firebase Auth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Scalability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EE2E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 Discovery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Word-of-mouth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0" y="164592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0" y="164592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D1FAE5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16459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Directory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Search, filter, discover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EE2E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517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forms, no tracking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265176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943600" y="265176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D1FAE5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26517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Workflow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Auto-create, approve, notify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EE2E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6576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Management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Untracked, low turnout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365760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943600" y="365760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D1FAE5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36576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Lifecycle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RSVP, waitlist, certificates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46634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EE2E2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6634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across platforms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466344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943600" y="466344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D1FAE5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46634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Platform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Notices, forms, ads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566928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EE2E2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6692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Time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per week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566928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943600" y="566928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D1FAE5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56692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 with notifications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8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8" fill="hold" grpId="0" nodeType="click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" presetClass="entr" presetSubtype="8" fill="hold" grpId="0" nodeType="click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7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9E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0" y="457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🏛️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8288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828800" y="3383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NITER Clubs Portal</a:t>
            </a:r>
            <a:endParaRPr lang="en-US" sz="1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Portal for Every Club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0" y="4572000"/>
            <a:ext cx="6400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017520" y="466344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Repository: github.com/ashrafularefin78-prog/NITER-CLUB-WEBSITE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localhost:3000 or open index.html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developer@niter.edu.bd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6217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❤️ for the NITER community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NITER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NITER Clubs Portal — Executive Presentation</dc:title>
  <dc:subject>NITER Clubs Portal</dc:subject>
  <dc:creator>NITER Clubs Portal Team</dc:creator>
  <cp:lastModifiedBy>NITER Clubs Portal Team</cp:lastModifiedBy>
  <cp:revision>1</cp:revision>
  <dcterms:created xsi:type="dcterms:W3CDTF">2026-08-18T18:26:54Z</dcterms:created>
  <dcterms:modified xsi:type="dcterms:W3CDTF">2026-08-18T18:26:54Z</dcterms:modified>
</cp:coreProperties>
</file>